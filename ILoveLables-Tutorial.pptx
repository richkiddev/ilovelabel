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pPr indent="0" marL="0">
              <a:buNone/>
            </a:pPr>
            <a:r>
              <a:rPr lang="en-US" sz="2400" dirty="0">
                <a:solidFill>
                  <a:srgbClr val="FF3B5C"/>
                </a:solidFill>
              </a:rPr>
              <a:t> ❤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Crop Shipping</a:t>
            </a:r>
            <a:endParaRPr lang="en-US" sz="4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Labels in Seconds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 for Flipkart &amp; Meesho Sellers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749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ilovelables.com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 |  No Signup  |  Works in Browser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Every Seller Faces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097280"/>
            <a:ext cx="64008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09728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097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come with invoices attached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481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&amp; Meesho PDFs contain both shipping label + tax invoice on same page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057400"/>
            <a:ext cx="64008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0574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057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wasted cutting labels manually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441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Scissors, rulers, guessing where to cut — for every single order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017520"/>
            <a:ext cx="64008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01752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orders = nightmare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401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orders means 50 manual cuts. That's your entire evening gone.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3977640"/>
            <a:ext cx="64008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97764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160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cuts damage barcodes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71600" y="43616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rejects the package. Customer gets delayed. You get a bad rating.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pPr indent="0" marL="0">
              <a:buNone/>
            </a:pPr>
            <a:r>
              <a:rPr lang="en-US" sz="1800" dirty="0">
                <a:solidFill>
                  <a:srgbClr val="FF3B5C"/>
                </a:solidFill>
              </a:rPr>
              <a:t> ❤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Lables</a:t>
            </a:r>
            <a:pPr indent="0" marL="0">
              <a:buNone/>
            </a:pPr>
            <a:r>
              <a:rPr lang="en-US" sz="2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Your Free Label Cropper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1051560"/>
          </a:xfrm>
          <a:prstGeom prst="rect">
            <a:avLst/>
          </a:prstGeom>
          <a:solidFill>
            <a:srgbClr val="2C5282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24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auto crop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removed instantly, whitespace trimmed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051560"/>
            <a:ext cx="3749040" cy="1051560"/>
          </a:xfrm>
          <a:prstGeom prst="rect">
            <a:avLst/>
          </a:prstGeom>
          <a:solidFill>
            <a:srgbClr val="2C5282">
              <a:alpha val="6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88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11247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+ Meesho support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30352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detection for accurate cropping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331720"/>
            <a:ext cx="3749040" cy="1051560"/>
          </a:xfrm>
          <a:prstGeom prst="rect">
            <a:avLst/>
          </a:prstGeom>
          <a:solidFill>
            <a:srgbClr val="2C5282">
              <a:alpha val="6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688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4048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processing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887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100+ labels, get one merged PDF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54880" y="2331720"/>
            <a:ext cx="3749040" cy="1051560"/>
          </a:xfrm>
          <a:prstGeom prst="rect">
            <a:avLst/>
          </a:prstGeom>
          <a:solidFill>
            <a:srgbClr val="2C5282">
              <a:alpha val="6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688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24048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SKU-wise sorting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3035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grouped by product for faster packing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3611880"/>
            <a:ext cx="3749040" cy="1051560"/>
          </a:xfrm>
          <a:prstGeom prst="rect">
            <a:avLst/>
          </a:prstGeom>
          <a:solidFill>
            <a:srgbClr val="2C5282">
              <a:alpha val="60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4904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685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free, no signup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18872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charges, no account needed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754880" y="3611880"/>
            <a:ext cx="3749040" cy="1051560"/>
          </a:xfrm>
          <a:prstGeom prst="rect">
            <a:avLst/>
          </a:prstGeom>
          <a:solidFill>
            <a:srgbClr val="2C5282">
              <a:alpha val="60000"/>
            </a:srgbClr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74904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3520" y="3685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530352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PDFs never leave your device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2743200" y="4572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ilovelables.com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Download Your Labels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Flipkart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Flipkart Seller Hub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 to Orders → Ready to Ship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 your orders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"Download Labels"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Save the PDF 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E7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Meesho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7373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Meesho Supplier Panel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 to Orders → Ready to Ship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 your orders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"Generate Label"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Download the PDF file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ilovelables.com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69494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097280"/>
            <a:ext cx="6949440" cy="4114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1155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ilovelables.com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828800"/>
            <a:ext cx="2011680" cy="502920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2011680" cy="50292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2560320"/>
            <a:ext cx="5120640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B0C4D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011680" y="29260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PDFs here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4348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ilovelables.com in any browser (Chrome, Edge, Firefox)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platform: Flipkart (blue tab) or Meesho (pink tab)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needed — everything runs in your browser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 Your Label PDF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6400800" cy="2286000"/>
          </a:xfrm>
          <a:prstGeom prst="rect">
            <a:avLst/>
          </a:prstGeom>
          <a:solidFill>
            <a:srgbClr val="2C5282">
              <a:alpha val="50000"/>
            </a:srgbClr>
          </a:solidFill>
          <a:ln w="25400">
            <a:solidFill>
              <a:srgbClr val="E8ECF1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your PDFs here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click to browse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7216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single or multiple PDF files into the upload area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6908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4050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click the area to open file browser and select files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416552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37360" y="43982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all your label PDFs at once for bulk processing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764024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37360" y="47457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any number of labels — process 100+ in one go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Click Prepare &amp; Download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371600"/>
            <a:ext cx="15544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371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Labels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button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35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0" y="109728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Auto-processing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Crop → Sort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35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400800" y="109728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1371600"/>
            <a:ext cx="1554480" cy="411480"/>
          </a:xfrm>
          <a:prstGeom prst="rect">
            <a:avLst/>
          </a:prstGeom>
          <a:solidFill>
            <a:srgbClr val="0D9F6E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371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Print-ready labels!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962656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9728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automatically detects labels and removes invoice portions</a:t>
            </a:r>
            <a:endParaRPr lang="en-US" sz="13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46704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97280" y="3310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is trimmed — clean 4×6 inch labels ready to print</a:t>
            </a:r>
            <a:endParaRPr lang="en-US" sz="13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30752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7280" y="36941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sorted by SKU in the results table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40782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all as single merged PDF or individual label files</a:t>
            </a:r>
            <a:endParaRPr lang="en-US" sz="13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49884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97280" y="4462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directly on your thermal printer — just stick and ship!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00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 Tips for Sellers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51560"/>
            <a:ext cx="64008" cy="1691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Printer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15544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TE244, Xprinter XP-460B, TVS LP46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paper to 4×6 inch (100×150mm)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at 203 DPI for best quality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51560"/>
            <a:ext cx="64008" cy="1691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Processing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83480" y="15544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all PDFs at once via drag &amp; drop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"Download All" for merged output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100+ labels in seconds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97180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971800"/>
            <a:ext cx="64008" cy="1691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Sorting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" y="34747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auto-grouped by product SKU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same products together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errors, speeds up dispatch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97180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971800"/>
            <a:ext cx="64008" cy="1691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498348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83480" y="34747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once page is loaded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sent to any server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Chrome or Edge for best results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004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Issues &amp; Fixes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05840"/>
            <a:ext cx="6400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0058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cut off?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8960" y="100584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your PDF is not rotated or from a scanned image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83080"/>
            <a:ext cx="6400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7830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processing?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108960" y="178308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Try smaller batches of 20-30 labels at a time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560320"/>
            <a:ext cx="6400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560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labels?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108960" y="256032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Make sure your PDF has embedded text, not scanned images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337560"/>
            <a:ext cx="6400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3375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label count?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108960" y="333756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Verify you selected the correct platform tab (Flipkart/Meesho)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4114800"/>
            <a:ext cx="64008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114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crashes?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108960" y="41148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Google Chrome or Microsoft Edge for best performance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Shipping Faster Today!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286000" y="2286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ilovelables.com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 •  No Signup  •  Works in Browser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58444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8036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1000+ Indian e-commerce sellers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904488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8036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hours every week on label preparation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4224528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88036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&amp; Subscribe for more seller tips!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ilovelables.com — Start cropping labels in seconds!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Crop Shipping Labels - ILoveLables Tutorial</dc:title>
  <dc:subject>PptxGenJS Presentation</dc:subject>
  <dc:creator>ILoveLables</dc:creator>
  <cp:lastModifiedBy>ILoveLables</cp:lastModifiedBy>
  <cp:revision>1</cp:revision>
  <dcterms:created xsi:type="dcterms:W3CDTF">2026-04-01T11:44:17Z</dcterms:created>
  <dcterms:modified xsi:type="dcterms:W3CDTF">2026-04-01T11:44:17Z</dcterms:modified>
</cp:coreProperties>
</file>